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5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Finance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Budget for Variable Income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flow-finance-ebon.vercel.app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Flow Finance?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749040" cy="31089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7490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get paid irregular amounts at irregular times.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budgets assume a fixed monthly salary. When your income varies, you never know: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goes to taxes?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bills are covered?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afford that purchase?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749040" cy="310896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3749040" cy="54864"/>
          </a:xfrm>
          <a:prstGeom prst="rect">
            <a:avLst/>
          </a:prstGeom>
          <a:solidFill>
            <a:srgbClr val="6B8F7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income arrives, Flow Finance tells you exactly where it goes.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reads your priorities, due dates, and balances, then suggests a smart allocation. You review, adjust, confirm. Done.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are always set aside first.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bills are funded before extras.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balances stay current in real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Concept: Budget Envelopes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lives in a named category. When income arrives, you stuff money into envelopes. When you spend, you take it 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4864" cy="13716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tax, provincial tax, HST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73736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73736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9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011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internet, phone, insurance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73736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737360"/>
            <a:ext cx="54864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116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0080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Groceries, transport, subscriptions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383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38328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19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229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fund, vacation, car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429000" y="3383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29000" y="3383280"/>
            <a:ext cx="54864" cy="1371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Shape 24"/>
          <p:cNvSpPr/>
          <p:nvPr/>
        </p:nvSpPr>
        <p:spPr>
          <a:xfrm>
            <a:off x="3611880" y="35661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65760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20624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361188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TFSA, RRSP, index funds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217920" y="3383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17920" y="3383280"/>
            <a:ext cx="54864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29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657600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9516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640080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clothing, hobbies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5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to your first allocation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6B8F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with your email. Click the confirmation link. 24 default budget categories are created automatically.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6B8F7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Customize Categories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3063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Categories. Adjust targets, priorities, and due dates to match your real life. The more accurate, the smarter the AI.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6B8F7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Your First Income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Add Income, enter the amount and source. The AI suggests how to split it. Review, adjust if needed, confirm. Done!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see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874520" cy="100584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$12,450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balances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417320"/>
            <a:ext cx="1874520" cy="100584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2194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vs all targets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1874520" cy="100584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194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budget buckets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417320"/>
            <a:ext cx="1874520" cy="100584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Underfunded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194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 of target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788920"/>
            <a:ext cx="164592" cy="16459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Funding Alert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044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banner listing underfunded categories sorted by urgency. Your action list for the next income entry.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78892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Upcoming Due Dates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66360" y="3044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due in the next 45 days with progress bars. Items due within 7 days are highlighted in red.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3886200"/>
            <a:ext cx="164592" cy="164592"/>
          </a:xfrm>
          <a:prstGeom prst="ellipse">
            <a:avLst/>
          </a:prstGeom>
          <a:solidFill>
            <a:srgbClr val="6B8F7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Cards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4142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grouped by type with progress bars, priority badges, and due-soon indicators.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88620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Actions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66360" y="4142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buttons always accessible: Add Income, Log Expense, and Can I afford this?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Income: The Core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heart of Flow Finance. Use it every time you get paid.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6B8F7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the income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you received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(client name, employer)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received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840480"/>
            <a:ext cx="2286000" cy="457200"/>
          </a:xfrm>
          <a:prstGeom prst="rect">
            <a:avLst/>
          </a:prstGeom>
          <a:solidFill>
            <a:srgbClr val="F5F9F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"Get AI Allocation"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587C5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AI suggestion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2377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summary in one sentence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with amount + reasoning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amount with sliders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3840480"/>
            <a:ext cx="2286000" cy="457200"/>
          </a:xfrm>
          <a:prstGeom prst="rect">
            <a:avLst/>
          </a:prstGeom>
          <a:solidFill>
            <a:srgbClr val="F5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carve-out is automatic (default 27%)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3D5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allocation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event is recorded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 are saved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balances update instantly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3840480"/>
            <a:ext cx="2286000" cy="457200"/>
          </a:xfrm>
          <a:prstGeom prst="rect">
            <a:avLst/>
          </a:prstGeom>
          <a:solidFill>
            <a:srgbClr val="F5F9F5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to dashboard with new balances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14400" y="4617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is unavailable, a built-in algorithm handles the allocation automatically. You'll see "Calculated by algorithm" instead of the AI summary.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5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Allocates Your Money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280160"/>
            <a:ext cx="7863840" cy="960120"/>
          </a:xfrm>
          <a:prstGeom prst="rect">
            <a:avLst/>
          </a:prstGeom>
          <a:solidFill>
            <a:srgbClr val="4A6B53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280160"/>
            <a:ext cx="54864" cy="9601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463040" y="1371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Taxes First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17190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percentage (default 27%, configurable in Settings) is carved out for taxes before anything else is touched. This money is not yours to spend.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7863840" cy="960120"/>
          </a:xfrm>
          <a:prstGeom prst="rect">
            <a:avLst/>
          </a:prstGeom>
          <a:solidFill>
            <a:srgbClr val="4A6B53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2468880"/>
            <a:ext cx="54864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463040" y="2560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Bills Next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63040" y="29077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categories (P1 and P2) — rent, utilities, insurance — get their full deficit funded before lower-priority categories receive anything.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657600"/>
            <a:ext cx="7863840" cy="960120"/>
          </a:xfrm>
          <a:prstGeom prst="rect">
            <a:avLst/>
          </a:prstGeom>
          <a:solidFill>
            <a:srgbClr val="4A6B53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3657600"/>
            <a:ext cx="54864" cy="960120"/>
          </a:xfrm>
          <a:prstGeom prst="rect">
            <a:avLst/>
          </a:prstGeom>
          <a:solidFill>
            <a:srgbClr val="84A98C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4A9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46304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Distribution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63040" y="40965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income is split based on an urgency score that weighs three factors: priority level, how underfunded the category is, and how soon it's due.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7200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872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income exceeds all deficits, the AI suggests routing the surplus to your Emergency Fund or savings goals.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Expense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purchase to keep balances accurate. Accessible from the dashboard header.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category (shows available balance)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 spent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description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preview: balance before → after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turns red if expense would overdraw the category.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374904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 Afford This?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93776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before any non-routine purchase. It checks your real balances in real time.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0" y="2724912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2"/>
          <p:cNvSpPr/>
          <p:nvPr/>
        </p:nvSpPr>
        <p:spPr>
          <a:xfrm>
            <a:off x="5394960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1792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ahead — budget is healthy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0" y="3319272"/>
            <a:ext cx="228600" cy="2286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5"/>
          <p:cNvSpPr/>
          <p:nvPr/>
        </p:nvSpPr>
        <p:spPr>
          <a:xfrm>
            <a:off x="539496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217920" y="3246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Possible, but watch the impact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0" y="3913632"/>
            <a:ext cx="228600" cy="2286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2" name="Text 18"/>
          <p:cNvSpPr/>
          <p:nvPr/>
        </p:nvSpPr>
        <p:spPr>
          <a:xfrm>
            <a:off x="539496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21792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 right now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3776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7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shows: which category to take it from, and your balance after.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Your Progress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view for your savings targets.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and % funded for each goal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amount needed to hit your target date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"Goal reached!" celebration at 100%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total saved, active goals, completed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703320"/>
            <a:ext cx="3200400" cy="5943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730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$6,000 vacation by Dec (8 months)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$1,200 → $600/month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54864" cy="3291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history of all financial activity, organized by month.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picker to navigate history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income / spent / net for the month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events listed with source and date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grouped by date (newest first)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for bookkeeping or taxes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columns: Date, Type, Description, Category, Amount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201168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 Carve-Out Percentage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setting in the app. This percentage of every income payment is reserved for taxes before anything else is allocated. Default: 27%.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2103120" cy="914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$5,000 income: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$1,350 → Taxes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$3,650 → Everything else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proprietor, higher bracket → 30–35%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→ 15–20%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set it higher — you can always move money out of taxes, but you can't pay the CRA with money you already spent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solidFill>
            <a:srgbClr val="F5F9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display currency: CAD, USD, EUR, or GBP. This is cosmetic only — all stored amounts remain in the currency you entered.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5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7863840" cy="713232"/>
          </a:xfrm>
          <a:prstGeom prst="rect">
            <a:avLst/>
          </a:prstGeom>
          <a:solidFill>
            <a:srgbClr val="4A6B5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07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Income Arrives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 → Review AI allocation → Adjust if needed → Confirm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0" y="128016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863840" cy="713232"/>
          </a:xfrm>
          <a:prstGeom prst="rect">
            <a:avLst/>
          </a:prstGeom>
          <a:solidFill>
            <a:srgbClr val="4A6B53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103120"/>
            <a:ext cx="54864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Spend Money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Log Expense → Select category, enter amount → Confirm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214884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seconds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7863840" cy="713232"/>
          </a:xfrm>
          <a:prstGeom prst="rect">
            <a:avLst/>
          </a:prstGeom>
          <a:solidFill>
            <a:srgbClr val="4A6B5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971800"/>
            <a:ext cx="54864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a Big Purchase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Can I afford this? → Enter amount → Read AI verdict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301752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seconds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7863840" cy="713232"/>
          </a:xfrm>
          <a:prstGeom prst="rect">
            <a:avLst/>
          </a:prstGeom>
          <a:solidFill>
            <a:srgbClr val="4A6B5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840480"/>
            <a:ext cx="54864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a Month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Transactions → Export CSV if needed → Check Goals → Adjust categories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38862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minutes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66344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8872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Log expenses the same day you make them. It takes 15 seconds and keeps your balances accurate.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5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Frequently Asked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does the AI always take taxes out first?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freelancer, part of your income belongs to the government. Separating it immediately means you'll never accidentally spend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863840" cy="0"/>
          </a:xfrm>
          <a:prstGeom prst="line">
            <a:avLst/>
          </a:prstGeom>
          <a:noFill/>
          <a:ln w="6350">
            <a:solidFill>
              <a:srgbClr val="D8E8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I disagree with the AI?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amount on the review screen before confirming. The suggestion is a starting point, not a mandate.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7863840" cy="0"/>
          </a:xfrm>
          <a:prstGeom prst="line">
            <a:avLst/>
          </a:prstGeom>
          <a:noFill/>
          <a:ln w="6350">
            <a:solidFill>
              <a:srgbClr val="D8E8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I use this with a regular salary?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Enter your net salary as income and set the tax carve-out to 0% since tax is already deducted by your employer.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7863840" cy="0"/>
          </a:xfrm>
          <a:prstGeom prst="line">
            <a:avLst/>
          </a:prstGeom>
          <a:noFill/>
          <a:ln w="6350">
            <a:solidFill>
              <a:srgbClr val="D8E8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a category goes negative?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balances are allowed. It means you spent more than allocated — a signal to top it up on your next income entry.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7863840" cy="0"/>
          </a:xfrm>
          <a:prstGeom prst="line">
            <a:avLst/>
          </a:prstGeom>
          <a:noFill/>
          <a:ln w="6350">
            <a:solidFill>
              <a:srgbClr val="D8E8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my data private?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Row Level Security means you only ever see your own data. AI calls send only budget numbers, no personal details.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5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Using Flow Finance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1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has a purpose. Every payment has a plan.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0" y="3840480"/>
            <a:ext cx="3657600" cy="502920"/>
          </a:xfrm>
          <a:prstGeom prst="rect">
            <a:avLst/>
          </a:prstGeom>
          <a:solidFill>
            <a:srgbClr val="6B8F72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flow-finance-ebon.vercel.app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Finance — User Guide</dc:title>
  <dc:subject>PptxGenJS Presentation</dc:subject>
  <dc:creator>Flow Finance</dc:creator>
  <cp:lastModifiedBy>Flow Finance</cp:lastModifiedBy>
  <cp:revision>1</cp:revision>
  <dcterms:created xsi:type="dcterms:W3CDTF">2026-04-26T05:29:47Z</dcterms:created>
  <dcterms:modified xsi:type="dcterms:W3CDTF">2026-04-26T05:29:47Z</dcterms:modified>
</cp:coreProperties>
</file>